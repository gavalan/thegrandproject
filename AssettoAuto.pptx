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65" r:id="rId5"/>
    <p:sldId id="258" r:id="rId6"/>
    <p:sldId id="259" r:id="rId7"/>
    <p:sldId id="261" r:id="rId8"/>
    <p:sldId id="264" r:id="rId9"/>
    <p:sldId id="263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0CA59-7934-473C-8D82-DC108EDC1327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1DAD-2419-48CE-81D5-3F20A2C4F21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9499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0CA59-7934-473C-8D82-DC108EDC1327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1DAD-2419-48CE-81D5-3F20A2C4F21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0608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0CA59-7934-473C-8D82-DC108EDC1327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1DAD-2419-48CE-81D5-3F20A2C4F21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1621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0CA59-7934-473C-8D82-DC108EDC1327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1DAD-2419-48CE-81D5-3F20A2C4F21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69195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0CA59-7934-473C-8D82-DC108EDC1327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1DAD-2419-48CE-81D5-3F20A2C4F21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709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0CA59-7934-473C-8D82-DC108EDC1327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1DAD-2419-48CE-81D5-3F20A2C4F21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8918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0CA59-7934-473C-8D82-DC108EDC1327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1DAD-2419-48CE-81D5-3F20A2C4F21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8360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0CA59-7934-473C-8D82-DC108EDC1327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1DAD-2419-48CE-81D5-3F20A2C4F21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3838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0CA59-7934-473C-8D82-DC108EDC1327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1DAD-2419-48CE-81D5-3F20A2C4F21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1100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0CA59-7934-473C-8D82-DC108EDC1327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1DAD-2419-48CE-81D5-3F20A2C4F21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1281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0CA59-7934-473C-8D82-DC108EDC1327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1DAD-2419-48CE-81D5-3F20A2C4F21C}" type="slidenum">
              <a:rPr lang="hu-HU" smtClean="0"/>
              <a:t>‹#›</a:t>
            </a:fld>
            <a:endParaRPr lang="hu-H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9022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0CA59-7934-473C-8D82-DC108EDC1327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1DAD-2419-48CE-81D5-3F20A2C4F21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46439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0CA59-7934-473C-8D82-DC108EDC1327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1DAD-2419-48CE-81D5-3F20A2C4F21C}" type="slidenum">
              <a:rPr lang="hu-HU" smtClean="0"/>
              <a:t>‹#›</a:t>
            </a:fld>
            <a:endParaRPr lang="hu-H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7175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0CA59-7934-473C-8D82-DC108EDC1327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1DAD-2419-48CE-81D5-3F20A2C4F21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42356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0CA59-7934-473C-8D82-DC108EDC1327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1DAD-2419-48CE-81D5-3F20A2C4F21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37082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0CA59-7934-473C-8D82-DC108EDC1327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1DAD-2419-48CE-81D5-3F20A2C4F21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132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0CA59-7934-473C-8D82-DC108EDC1327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2B91DAD-2419-48CE-81D5-3F20A2C4F21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789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55BBB4-80D9-4D28-B9EC-2B0295FD5A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hu-HU" dirty="0" err="1"/>
              <a:t>AssettoAuto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1D3A19E-B0A7-4AD6-A871-C1ECE0CCD9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</a:t>
            </a:r>
            <a:r>
              <a:rPr lang="hu-HU" dirty="0" err="1"/>
              <a:t>Gavala</a:t>
            </a:r>
            <a:r>
              <a:rPr lang="hu-HU" dirty="0"/>
              <a:t> Norbert, Tulák Marcell Bence</a:t>
            </a:r>
          </a:p>
        </p:txBody>
      </p:sp>
    </p:spTree>
    <p:extLst>
      <p:ext uri="{BB962C8B-B14F-4D97-AF65-F5344CB8AC3E}">
        <p14:creationId xmlns:p14="http://schemas.microsoft.com/office/powerpoint/2010/main" val="2577622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6F1DA8-9B8B-4BF8-94A4-145C62C32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Célkitűzés és probléma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984A56C-425B-4883-A612-D6A9BF612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2800" dirty="0"/>
              <a:t>Ingyenes</a:t>
            </a:r>
          </a:p>
          <a:p>
            <a:r>
              <a:rPr lang="hu-HU" sz="2800" dirty="0"/>
              <a:t>Letisztult</a:t>
            </a:r>
          </a:p>
          <a:p>
            <a:r>
              <a:rPr lang="hu-HU" sz="2800" dirty="0"/>
              <a:t>Modern megjelenésű használtautó portál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74658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3905D9-FF27-41A5-A079-FF5BF5C11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Munkamegosztás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37AFA09-E80D-401D-A489-142B8542C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lang="hu-HU" sz="2800" dirty="0" err="1"/>
              <a:t>Gavala</a:t>
            </a:r>
            <a:r>
              <a:rPr lang="hu-HU" sz="2800" dirty="0"/>
              <a:t> Norbert: Frontend, Trello, </a:t>
            </a:r>
            <a:r>
              <a:rPr lang="hu-HU" sz="2800" dirty="0" err="1"/>
              <a:t>Github</a:t>
            </a:r>
            <a:r>
              <a:rPr lang="hu-HU" sz="2800" dirty="0"/>
              <a:t>, Prezentáció</a:t>
            </a:r>
          </a:p>
        </p:txBody>
      </p:sp>
    </p:spTree>
    <p:extLst>
      <p:ext uri="{BB962C8B-B14F-4D97-AF65-F5344CB8AC3E}">
        <p14:creationId xmlns:p14="http://schemas.microsoft.com/office/powerpoint/2010/main" val="54697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3905D9-FF27-41A5-A079-FF5BF5C11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Munkamegosztás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37AFA09-E80D-401D-A489-142B8542C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lang="hu-HU" sz="2800" dirty="0"/>
              <a:t>Tulák Marcell Bence: Backend, Asztali alkalmazás, Dokumentáció</a:t>
            </a:r>
          </a:p>
        </p:txBody>
      </p:sp>
    </p:spTree>
    <p:extLst>
      <p:ext uri="{BB962C8B-B14F-4D97-AF65-F5344CB8AC3E}">
        <p14:creationId xmlns:p14="http://schemas.microsoft.com/office/powerpoint/2010/main" val="3456721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6DCAC4-1F20-43D7-870B-C83EF79E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Technológiák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90A65B2-E14E-4A8C-B7A9-9D364EEE6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dirty="0"/>
              <a:t>React.js</a:t>
            </a:r>
          </a:p>
          <a:p>
            <a:r>
              <a:rPr lang="hu-HU" sz="2800" dirty="0"/>
              <a:t>ASP.NET</a:t>
            </a:r>
          </a:p>
          <a:p>
            <a:r>
              <a:rPr lang="hu-HU" sz="2800" dirty="0"/>
              <a:t>WPF</a:t>
            </a:r>
          </a:p>
          <a:p>
            <a:r>
              <a:rPr lang="hu-HU" sz="2800" dirty="0"/>
              <a:t>FTP szerver</a:t>
            </a:r>
          </a:p>
          <a:p>
            <a:r>
              <a:rPr lang="hu-HU" sz="2800" dirty="0"/>
              <a:t>MySQL</a:t>
            </a:r>
          </a:p>
          <a:p>
            <a:r>
              <a:rPr lang="hu-HU" sz="2800" dirty="0" err="1"/>
              <a:t>Github</a:t>
            </a:r>
            <a:endParaRPr lang="hu-HU" sz="2800" dirty="0"/>
          </a:p>
          <a:p>
            <a:r>
              <a:rPr lang="hu-HU" sz="2800" dirty="0"/>
              <a:t>Trello</a:t>
            </a:r>
          </a:p>
        </p:txBody>
      </p:sp>
    </p:spTree>
    <p:extLst>
      <p:ext uri="{BB962C8B-B14F-4D97-AF65-F5344CB8AC3E}">
        <p14:creationId xmlns:p14="http://schemas.microsoft.com/office/powerpoint/2010/main" val="3239222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F8BB6D-7C55-448D-ACAA-5219F99F1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Funkciók	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1E34E8D-D89D-4BBA-842D-1D86E940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Felhasználókat tudunk kezelni</a:t>
            </a:r>
          </a:p>
          <a:p>
            <a:r>
              <a:rPr lang="hu-HU" dirty="0"/>
              <a:t>Tulajdonságok alapján tudunk hirdetéseket megjeleníteni</a:t>
            </a:r>
          </a:p>
          <a:p>
            <a:r>
              <a:rPr lang="hu-HU" dirty="0"/>
              <a:t>A felhasználó képeket tud feltölteni a hirdetésekhez</a:t>
            </a:r>
          </a:p>
        </p:txBody>
      </p:sp>
    </p:spTree>
    <p:extLst>
      <p:ext uri="{BB962C8B-B14F-4D97-AF65-F5344CB8AC3E}">
        <p14:creationId xmlns:p14="http://schemas.microsoft.com/office/powerpoint/2010/main" val="3689587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0FD647-022B-4490-8BD9-C7BA5BB35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Fejlesztési folyamat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65CCB88-FC9C-4A0D-A8E9-302ECC39D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8262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67F9FBD-BC34-4894-A981-B18FEB9EC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AFDF583-8ECB-4E52-9DBB-C5EB732CA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7380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98DDA8-7F48-4E3B-A1BA-CAF9D5A38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Jövöbeli</a:t>
            </a:r>
            <a:r>
              <a:rPr lang="hu-HU" dirty="0"/>
              <a:t> tervek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94948E-FCE6-4FD5-AA73-4AAE2B688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dirty="0"/>
              <a:t>Mobilalkalmazás</a:t>
            </a:r>
          </a:p>
          <a:p>
            <a:r>
              <a:rPr lang="hu-HU" sz="2800" dirty="0"/>
              <a:t>Dokumentum feltöltés</a:t>
            </a:r>
          </a:p>
          <a:p>
            <a:r>
              <a:rPr lang="hu-HU" sz="2800" dirty="0"/>
              <a:t>AI javaslatok</a:t>
            </a:r>
          </a:p>
        </p:txBody>
      </p:sp>
    </p:spTree>
    <p:extLst>
      <p:ext uri="{BB962C8B-B14F-4D97-AF65-F5344CB8AC3E}">
        <p14:creationId xmlns:p14="http://schemas.microsoft.com/office/powerpoint/2010/main" val="471210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06B0A4-1336-419C-BF39-2603C46C3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Köszönjük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1B515C4-1D07-463C-A5DE-67F65400E8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48436211"/>
      </p:ext>
    </p:extLst>
  </p:cSld>
  <p:clrMapOvr>
    <a:masterClrMapping/>
  </p:clrMapOvr>
</p:sld>
</file>

<file path=ppt/theme/theme1.xml><?xml version="1.0" encoding="utf-8"?>
<a:theme xmlns:a="http://schemas.openxmlformats.org/drawingml/2006/main" name="Dimenzió">
  <a:themeElements>
    <a:clrScheme name="Narancs–vörös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Dimenzió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menzió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83</Words>
  <Application>Microsoft Office PowerPoint</Application>
  <PresentationFormat>Szélesvásznú</PresentationFormat>
  <Paragraphs>28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Dimenzió</vt:lpstr>
      <vt:lpstr>AssettoAuto</vt:lpstr>
      <vt:lpstr>Célkitűzés és probléma</vt:lpstr>
      <vt:lpstr>Munkamegosztás</vt:lpstr>
      <vt:lpstr>Munkamegosztás</vt:lpstr>
      <vt:lpstr>Technológiák</vt:lpstr>
      <vt:lpstr>Funkciók </vt:lpstr>
      <vt:lpstr>Fejlesztési folyamat</vt:lpstr>
      <vt:lpstr>PowerPoint-bemutató</vt:lpstr>
      <vt:lpstr>Jövöbeli tervek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AssettoAuto</dc:title>
  <dc:creator>Tanuló</dc:creator>
  <cp:lastModifiedBy>Tanuló</cp:lastModifiedBy>
  <cp:revision>14</cp:revision>
  <dcterms:created xsi:type="dcterms:W3CDTF">2025-04-01T07:11:51Z</dcterms:created>
  <dcterms:modified xsi:type="dcterms:W3CDTF">2025-04-01T07:58:00Z</dcterms:modified>
</cp:coreProperties>
</file>