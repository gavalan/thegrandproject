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0" r:id="rId3"/>
    <p:sldId id="257" r:id="rId4"/>
    <p:sldId id="265" r:id="rId5"/>
    <p:sldId id="258" r:id="rId6"/>
    <p:sldId id="259" r:id="rId7"/>
    <p:sldId id="261" r:id="rId8"/>
    <p:sldId id="264" r:id="rId9"/>
    <p:sldId id="263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E63297-FB6A-4453-B8FC-ACCF03382109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20ADD-6B3A-4000-B8E0-0410BB9FCE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25333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20ADD-6B3A-4000-B8E0-0410BB9FCE7A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41677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20ADD-6B3A-4000-B8E0-0410BB9FCE7A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7523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4997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0608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621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69195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7090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891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8360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3838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100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1281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9022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6439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97175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42356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7082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1320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0CA59-7934-473C-8D82-DC108EDC1327}" type="datetimeFigureOut">
              <a:rPr lang="hu-HU" smtClean="0"/>
              <a:t>2025. 04. 06.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2B91DAD-2419-48CE-81D5-3F20A2C4F21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1789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55BBB4-80D9-4D28-B9EC-2B0295FD5A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hu-HU" sz="6600" dirty="0" err="1"/>
              <a:t>AssettoAuto</a:t>
            </a:r>
            <a:endParaRPr lang="hu-HU" sz="66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1D3A19E-B0A7-4AD6-A871-C1ECE0CCD9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hu-HU" sz="2000" dirty="0"/>
              <a:t>Készítette: </a:t>
            </a:r>
            <a:r>
              <a:rPr lang="hu-HU" sz="2000" dirty="0" err="1"/>
              <a:t>Gavala</a:t>
            </a:r>
            <a:r>
              <a:rPr lang="hu-HU" sz="2000" dirty="0"/>
              <a:t> Norbert, Tulák Marcell Bence</a:t>
            </a:r>
          </a:p>
        </p:txBody>
      </p:sp>
    </p:spTree>
    <p:extLst>
      <p:ext uri="{BB962C8B-B14F-4D97-AF65-F5344CB8AC3E}">
        <p14:creationId xmlns:p14="http://schemas.microsoft.com/office/powerpoint/2010/main" val="2577622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6F1DA8-9B8B-4BF8-94A4-145C62C32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Célkitűzés és 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984A56C-425B-4883-A612-D6A9BF612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Ingyenes</a:t>
            </a:r>
          </a:p>
          <a:p>
            <a:r>
              <a:rPr lang="hu-HU" sz="3200" dirty="0"/>
              <a:t>Letisztult</a:t>
            </a:r>
          </a:p>
          <a:p>
            <a:r>
              <a:rPr lang="hu-HU" sz="3200" dirty="0"/>
              <a:t>Modern megjelenésű használtautó portál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874658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3905D9-FF27-41A5-A079-FF5BF5C11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Munkamegosztás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7AFA09-E80D-401D-A489-142B8542C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lang="hu-HU" sz="3200" dirty="0" err="1"/>
              <a:t>Gavala</a:t>
            </a:r>
            <a:r>
              <a:rPr lang="hu-HU" sz="3200" dirty="0"/>
              <a:t> Norbert: Frontend, Trello, </a:t>
            </a:r>
            <a:r>
              <a:rPr lang="hu-HU" sz="3200" dirty="0" err="1"/>
              <a:t>Github</a:t>
            </a:r>
            <a:r>
              <a:rPr lang="hu-HU" sz="3200" dirty="0"/>
              <a:t>, Prezentáció</a:t>
            </a:r>
          </a:p>
        </p:txBody>
      </p:sp>
    </p:spTree>
    <p:extLst>
      <p:ext uri="{BB962C8B-B14F-4D97-AF65-F5344CB8AC3E}">
        <p14:creationId xmlns:p14="http://schemas.microsoft.com/office/powerpoint/2010/main" val="54697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3905D9-FF27-41A5-A079-FF5BF5C11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Munkamegosztás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7AFA09-E80D-401D-A489-142B8542C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lang="hu-HU" sz="3200" dirty="0"/>
              <a:t>Tulák Marcell Bence: Backend, Asztali alkalmazás, Dokumentáció</a:t>
            </a:r>
          </a:p>
        </p:txBody>
      </p:sp>
    </p:spTree>
    <p:extLst>
      <p:ext uri="{BB962C8B-B14F-4D97-AF65-F5344CB8AC3E}">
        <p14:creationId xmlns:p14="http://schemas.microsoft.com/office/powerpoint/2010/main" val="3456721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6DCAC4-1F20-43D7-870B-C83EF79EA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0A65B2-E14E-4A8C-B7A9-9D364EEE6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550929"/>
          </a:xfrm>
        </p:spPr>
        <p:txBody>
          <a:bodyPr>
            <a:normAutofit/>
          </a:bodyPr>
          <a:lstStyle/>
          <a:p>
            <a:r>
              <a:rPr lang="hu-HU" sz="3200" dirty="0"/>
              <a:t>React.js</a:t>
            </a:r>
          </a:p>
          <a:p>
            <a:r>
              <a:rPr lang="hu-HU" sz="3200" dirty="0"/>
              <a:t>ASP.NET</a:t>
            </a:r>
          </a:p>
          <a:p>
            <a:r>
              <a:rPr lang="hu-HU" sz="3200" dirty="0"/>
              <a:t>WPF</a:t>
            </a:r>
          </a:p>
          <a:p>
            <a:r>
              <a:rPr lang="hu-HU" sz="3200" dirty="0"/>
              <a:t>FTP szerver</a:t>
            </a:r>
          </a:p>
          <a:p>
            <a:r>
              <a:rPr lang="hu-HU" sz="3200" dirty="0"/>
              <a:t>MySQL</a:t>
            </a:r>
          </a:p>
          <a:p>
            <a:r>
              <a:rPr lang="hu-HU" sz="3200" dirty="0" err="1"/>
              <a:t>Github</a:t>
            </a:r>
            <a:endParaRPr lang="hu-HU" sz="3200" dirty="0"/>
          </a:p>
          <a:p>
            <a:r>
              <a:rPr lang="hu-HU" sz="3200" dirty="0"/>
              <a:t>Trello</a:t>
            </a:r>
          </a:p>
        </p:txBody>
      </p:sp>
      <p:pic>
        <p:nvPicPr>
          <p:cNvPr id="1026" name="Picture 2" descr="Everything you need to know About ReactJS - What is react used for ?">
            <a:extLst>
              <a:ext uri="{FF2B5EF4-FFF2-40B4-BE49-F238E27FC236}">
                <a16:creationId xmlns:a16="http://schemas.microsoft.com/office/drawing/2014/main" id="{E37AAEA4-7121-6F1E-4CA6-8BDDAD286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3866" y="36604"/>
            <a:ext cx="2090918" cy="147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thely.hu profilja">
            <a:extLst>
              <a:ext uri="{FF2B5EF4-FFF2-40B4-BE49-F238E27FC236}">
                <a16:creationId xmlns:a16="http://schemas.microsoft.com/office/drawing/2014/main" id="{9B29C5F5-35F6-0038-EF57-269B258FA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609" y="2532353"/>
            <a:ext cx="1125247" cy="1125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Ábra 12">
            <a:extLst>
              <a:ext uri="{FF2B5EF4-FFF2-40B4-BE49-F238E27FC236}">
                <a16:creationId xmlns:a16="http://schemas.microsoft.com/office/drawing/2014/main" id="{28C5D314-B9AD-13B4-39B5-F75162E476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04392" y="3018385"/>
            <a:ext cx="1977106" cy="1977106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57A4835B-E3DD-F2C6-E3C9-D10F4EA3F3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313" y="4689899"/>
            <a:ext cx="1195180" cy="11951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F98CD4F9-D255-DAA4-93A1-92B63D0FB4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668" y="5726096"/>
            <a:ext cx="985421" cy="985421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C042798F-BA1C-C7C2-CAD9-923FFCB2D5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8690" y="984740"/>
            <a:ext cx="1157543" cy="115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2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F8BB6D-7C55-448D-ACAA-5219F99F1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Funkciók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1E34E8D-D89D-4BBA-842D-1D86E9406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3200" dirty="0"/>
              <a:t>Felhasználók kezelése</a:t>
            </a:r>
          </a:p>
          <a:p>
            <a:r>
              <a:rPr lang="hu-HU" sz="3200" dirty="0"/>
              <a:t>Tulajdonságok alapján hirdetés keresés</a:t>
            </a:r>
          </a:p>
          <a:p>
            <a:r>
              <a:rPr lang="hu-HU" sz="3200" dirty="0"/>
              <a:t>Képek feltöltése hirdetéshez</a:t>
            </a:r>
          </a:p>
        </p:txBody>
      </p:sp>
    </p:spTree>
    <p:extLst>
      <p:ext uri="{BB962C8B-B14F-4D97-AF65-F5344CB8AC3E}">
        <p14:creationId xmlns:p14="http://schemas.microsoft.com/office/powerpoint/2010/main" val="3689587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0FD647-022B-4490-8BD9-C7BA5BB35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Fejlesztési folyamat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65CCB88-FC9C-4A0D-A8E9-302ECC39D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8262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7F9FBD-BC34-4894-A981-B18FEB9EC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AFDF583-8ECB-4E52-9DBB-C5EB732CA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7380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98DDA8-7F48-4E3B-A1BA-CAF9D5A38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 err="1"/>
              <a:t>Jövöbeli</a:t>
            </a:r>
            <a:r>
              <a:rPr lang="hu-HU" sz="4400" dirty="0"/>
              <a:t> tervek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94948E-FCE6-4FD5-AA73-4AAE2B6884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3200" dirty="0"/>
              <a:t>Mobilalkalmazás</a:t>
            </a:r>
          </a:p>
          <a:p>
            <a:r>
              <a:rPr lang="hu-HU" sz="3200" dirty="0"/>
              <a:t>Dokumentum feltöltés</a:t>
            </a:r>
          </a:p>
          <a:p>
            <a:r>
              <a:rPr lang="hu-HU" sz="3200" dirty="0"/>
              <a:t>AI javaslatok</a:t>
            </a:r>
          </a:p>
        </p:txBody>
      </p:sp>
    </p:spTree>
    <p:extLst>
      <p:ext uri="{BB962C8B-B14F-4D97-AF65-F5344CB8AC3E}">
        <p14:creationId xmlns:p14="http://schemas.microsoft.com/office/powerpoint/2010/main" val="471210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06B0A4-1336-419C-BF39-2603C46C31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1B515C4-1D07-463C-A5DE-67F65400E8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8436211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Narancs–vörös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47</TotalTime>
  <Words>79</Words>
  <Application>Microsoft Office PowerPoint</Application>
  <PresentationFormat>Szélesvásznú</PresentationFormat>
  <Paragraphs>30</Paragraphs>
  <Slides>10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Arial</vt:lpstr>
      <vt:lpstr>Calibri</vt:lpstr>
      <vt:lpstr>Trebuchet MS</vt:lpstr>
      <vt:lpstr>Wingdings 3</vt:lpstr>
      <vt:lpstr>Dimenzió</vt:lpstr>
      <vt:lpstr>AssettoAuto</vt:lpstr>
      <vt:lpstr>Célkitűzés és probléma</vt:lpstr>
      <vt:lpstr>Munkamegosztás</vt:lpstr>
      <vt:lpstr>Munkamegosztás</vt:lpstr>
      <vt:lpstr>Technológiák</vt:lpstr>
      <vt:lpstr>Funkciók </vt:lpstr>
      <vt:lpstr>Fejlesztési folyamat</vt:lpstr>
      <vt:lpstr>PowerPoint-bemutató</vt:lpstr>
      <vt:lpstr>Jövöbeli tervek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AssettoAuto</dc:title>
  <dc:creator>Tanuló</dc:creator>
  <cp:lastModifiedBy>Norbert Gavala</cp:lastModifiedBy>
  <cp:revision>15</cp:revision>
  <dcterms:created xsi:type="dcterms:W3CDTF">2025-04-01T07:11:51Z</dcterms:created>
  <dcterms:modified xsi:type="dcterms:W3CDTF">2025-04-06T10:26:54Z</dcterms:modified>
</cp:coreProperties>
</file>